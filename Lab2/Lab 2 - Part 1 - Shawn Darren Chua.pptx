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295C7D4-34AC-4457-AA9E-518ED36259A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5984BF7-AF27-4D9C-B327-8A3EF762BFF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2/27/26 5:15:25 PM GMT+8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ffeine vs. Calories Scatterplot" id="2" name="slide2">
            <a:extLst>
              <a:ext uri="{FF2B5EF4-FFF2-40B4-BE49-F238E27FC236}">
                <a16:creationId xmlns:a16="http://schemas.microsoft.com/office/drawing/2014/main" id="{E29BFE76-E7B0-42F8-B01C-D8A7C9FA28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544" y="0"/>
            <a:ext cx="9420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ffeine vs. Calories Bubbles" id="3" name="slide3">
            <a:extLst>
              <a:ext uri="{FF2B5EF4-FFF2-40B4-BE49-F238E27FC236}">
                <a16:creationId xmlns:a16="http://schemas.microsoft.com/office/drawing/2014/main" id="{3D260849-E0D0-4DA7-B13F-233E9373B1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934" y="0"/>
            <a:ext cx="7420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ffeine by Beverage Prep" id="4" name="slide4">
            <a:extLst>
              <a:ext uri="{FF2B5EF4-FFF2-40B4-BE49-F238E27FC236}">
                <a16:creationId xmlns:a16="http://schemas.microsoft.com/office/drawing/2014/main" id="{06742829-924E-4DC2-90AF-E0A4DCBDD3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58" y="0"/>
            <a:ext cx="11432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2026-02-27T09:15:25Z</dcterms:created>
  <dcterms:modified xsi:type="dcterms:W3CDTF">2026-02-27T09:15:25Z</dcterms:modified>
</cp:coreProperties>
</file>