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7DD04AA-48DA-4DE5-AB12-9E258FAA8B5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940C208-DCAD-4616-B903-CA6D75F5F5B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2/27/26 6:00:20 PM GMT+8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sh Analysis Story1" id="2" name="slide2">
            <a:extLst>
              <a:ext uri="{FF2B5EF4-FFF2-40B4-BE49-F238E27FC236}">
                <a16:creationId xmlns:a16="http://schemas.microsoft.com/office/drawing/2014/main" id="{FE473D50-1011-4A8E-B958-BC7A6B9D17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sh Analysis Story2" id="3" name="slide3">
            <a:extLst>
              <a:ext uri="{FF2B5EF4-FFF2-40B4-BE49-F238E27FC236}">
                <a16:creationId xmlns:a16="http://schemas.microsoft.com/office/drawing/2014/main" id="{B84719F4-EFF8-4A65-A5F2-30EAF09626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sh Analysis Story3" id="4" name="slide4">
            <a:extLst>
              <a:ext uri="{FF2B5EF4-FFF2-40B4-BE49-F238E27FC236}">
                <a16:creationId xmlns:a16="http://schemas.microsoft.com/office/drawing/2014/main" id="{4AFC572A-A0D5-41B0-932E-563FDA2EEC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sh Analysis Story4" id="5" name="slide5">
            <a:extLst>
              <a:ext uri="{FF2B5EF4-FFF2-40B4-BE49-F238E27FC236}">
                <a16:creationId xmlns:a16="http://schemas.microsoft.com/office/drawing/2014/main" id="{F0B166EE-CB47-4F3A-A20F-FFA3794460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2026-02-27T10:00:21Z</dcterms:created>
  <dcterms:modified xsi:type="dcterms:W3CDTF">2026-02-27T10:00:21Z</dcterms:modified>
</cp:coreProperties>
</file>